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slides/charts/chart1.xml" ContentType="application/vnd.openxmlformats-officedocument.drawingml.chart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8b9216fa335476d" /><Relationship Type="http://schemas.openxmlformats.org/officeDocument/2006/relationships/extended-properties" Target="/docProps/app.xml" Id="R1c5fa28065374798" /><Relationship Type="http://schemas.openxmlformats.org/officeDocument/2006/relationships/officeDocument" Target="/ppt/presentation.xml" Id="R2c9bb5603e1f49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293978560824d0f"/>
  </p:sldMasterIdLst>
  <p:notesMasterIdLst>
    <p:notesMasterId xmlns:r="http://schemas.openxmlformats.org/officeDocument/2006/relationships" r:id="Rbc0dc489bb474bf5"/>
  </p:notesMasterIdLst>
  <p:sldIdLst>
    <p:sldId xmlns:r="http://schemas.openxmlformats.org/officeDocument/2006/relationships" id="256" r:id="Ra6e77bb558d3466b"/>
    <p:sldId xmlns:r="http://schemas.openxmlformats.org/officeDocument/2006/relationships" id="257" r:id="Rdc16872744e243e1"/>
    <p:sldId xmlns:r="http://schemas.openxmlformats.org/officeDocument/2006/relationships" id="258" r:id="R967404b428b647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9de046aba484032" /><Relationship Type="http://schemas.openxmlformats.org/officeDocument/2006/relationships/slideMaster" Target="/ppt/slideMasters/slideMaster1.xml" Id="R4293978560824d0f" /><Relationship Type="http://schemas.openxmlformats.org/officeDocument/2006/relationships/notesMaster" Target="/ppt/notesMasters/notesMaster1.xml" Id="Rbc0dc489bb474bf5" /><Relationship Type="http://schemas.openxmlformats.org/officeDocument/2006/relationships/presProps" Target="/ppt/presProps.xml" Id="Ra5fa97bd0e09437d" /><Relationship Type="http://schemas.openxmlformats.org/officeDocument/2006/relationships/tableStyles" Target="/ppt/tableStyles.xml" Id="R3f3a8466aea54231" /><Relationship Type="http://schemas.openxmlformats.org/officeDocument/2006/relationships/slide" Target="/ppt/slides/slide1.xml" Id="Ra6e77bb558d3466b" /><Relationship Type="http://schemas.openxmlformats.org/officeDocument/2006/relationships/slide" Target="/ppt/slides/slide2.xml" Id="Rdc16872744e243e1" /><Relationship Type="http://schemas.openxmlformats.org/officeDocument/2006/relationships/slide" Target="/ppt/slides/slide3.xml" Id="R967404b428b647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ae1be4f06b44ff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1437c198f29438d" /><Relationship Type="http://schemas.openxmlformats.org/officeDocument/2006/relationships/notesMaster" Target="/ppt/notesMasters/notesMaster1.xml" Id="R1e4baa00106f4e0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4a6b3f0bace43b3" /><Relationship Type="http://schemas.openxmlformats.org/officeDocument/2006/relationships/notesMaster" Target="/ppt/notesMasters/notesMaster1.xml" Id="R139d76e2d6544d8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611ea8bdbab452f" /><Relationship Type="http://schemas.openxmlformats.org/officeDocument/2006/relationships/notesMaster" Target="/ppt/notesMasters/notesMaster1.xml" Id="Ref3da72acd02488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Sample notes for slide 1.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Sample notes for slide 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Sample notes for slide 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0697f2658e465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17345ccfa124fdf" /><Relationship Type="http://schemas.openxmlformats.org/officeDocument/2006/relationships/slideLayout" Target="/ppt/slideLayouts/slideLayout1.xml" Id="R14c96a3fb2a540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4c96a3fb2a540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fc684a1ea416b" /><Relationship Type="http://schemas.openxmlformats.org/officeDocument/2006/relationships/notesSlide" Target="/ppt/notesSlides/notesSlide1.xml" Id="Rc1101109a37a402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63dc4e472446ad" /><Relationship Type="http://schemas.openxmlformats.org/officeDocument/2006/relationships/chart" Target="/ppt/slides/charts/chart1.xml" Id="R28d6468e6c774194" /><Relationship Type="http://schemas.openxmlformats.org/officeDocument/2006/relationships/notesSlide" Target="/ppt/notesSlides/notesSlide2.xml" Id="Rb25fef7abdd24d3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67ec9aa72545fc" /><Relationship Type="http://schemas.openxmlformats.org/officeDocument/2006/relationships/notesSlide" Target="/ppt/notesSlides/notesSlide3.xml" Id="Rbc34ab15991e493b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Example</c:v>
          </c:tx>
          <c:spPr>
            <a:solidFill xmlns:a="http://schemas.openxmlformats.org/drawingml/2006/main">
              <a:srgbClr val="285E8E"/>
            </a:solidFill>
          </c:spPr>
          <c:cat>
            <c:strRef>
              <c:f>'Chart Data'!$A$2:$A$4</c:f>
              <c:strCache>
                <c:ptCount val="3"/>
                <c:pt idx="0">
                  <c:v>One</c:v>
                </c:pt>
                <c:pt idx="1">
                  <c:v>Two</c:v>
                </c:pt>
                <c:pt idx="2">
                  <c:v>Three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</c:v>
                </c:pt>
                <c:pt idx="1">
                  <c:v>4</c:v>
                </c:pt>
                <c:pt idx="2">
                  <c:v>3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rial"/>
                  <a:ea typeface="Arial"/>
                  <a:cs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1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7FD34DC-7774-478C-8A5C-2E52233AA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F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F3D"/>
                </a:solidFill>
                <a:latin typeface="Arial"/>
                <a:ea typeface="Arial"/>
                <a:cs typeface="Arial"/>
              </a:rPr>
              <a:t>Font mapping sample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07FEC17-99A0-4BD4-9FCC-0B9898E4E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6445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364453"/>
                </a:solidFill>
                <a:latin typeface="Arial"/>
                <a:ea typeface="Arial"/>
                <a:cs typeface="Arial"/>
              </a:rPr>
              <a:t>Arial body text for the first slide.</a:t>
            </a:r>
          </a:p>
        </p:txBody>
      </p:sp>
    </p:spTree>
    <p:extLst>
      <p:ext uri="{BB962C8B-B14F-4D97-AF65-F5344CB8AC3E}">
        <p14:creationId xmlns:p14="http://schemas.microsoft.com/office/powerpoint/2010/main" val="11898591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91032D5-1F13-44E5-94AC-5B4C6B1F7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F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F3D"/>
                </a:solidFill>
                <a:latin typeface="Arial"/>
                <a:ea typeface="Arial"/>
                <a:cs typeface="Arial"/>
              </a:rPr>
              <a:t>Chart and notes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1A1D8E-65D2-450C-8D6C-EB17E5EB7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64453"/>
                </a:solidFill>
                <a:latin typeface="Arial"/>
                <a:ea typeface="Arial"/>
                <a:cs typeface="Arial"/>
              </a:defRPr>
            </a:pPr>
            <a:r>
              <a:rPr sz="2100">
                <a:solidFill>
                  <a:srgbClr val="364453"/>
                </a:solidFill>
                <a:latin typeface="Arial"/>
                <a:ea typeface="Arial"/>
                <a:cs typeface="Arial"/>
              </a:rPr>
              <a:t>A second slide with editable text.</a:t>
            </a:r>
          </a:p>
        </p:txBody>
      </p:sp>
      <p:graphicFrame>
        <p:nvGraphicFramePr>
          <p:cNvPr id="6" name="Chart"/>
          <p:cNvGraphicFramePr/>
          <p:nvPr/>
        </p:nvGraphicFramePr>
        <p:xfrm>
          <a:off xmlns:a="http://schemas.openxmlformats.org/drawingml/2006/main" x="762000" y="3429000"/>
          <a:ext xmlns:a="http://schemas.openxmlformats.org/drawingml/2006/main" cx="7620000" cy="26670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8d6468e6c774194"/>
          </a:graphicData>
        </a:graphic>
      </p:graphicFrame>
    </p:spTree>
    <p:extLst>
      <p:ext uri="{BB962C8B-B14F-4D97-AF65-F5344CB8AC3E}">
        <p14:creationId xmlns:p14="http://schemas.microsoft.com/office/powerpoint/2010/main" val="5652146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C44CA3-94A6-46BB-899C-1120B97DA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"/>
            <a:ext cx="108204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202F3D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202F3D"/>
                </a:solidFill>
                <a:latin typeface="Arial"/>
                <a:ea typeface="Arial"/>
                <a:cs typeface="Arial"/>
              </a:rPr>
              <a:t>Final slide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47C582A-F62C-4238-8663-DB82EABC2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287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364453"/>
                </a:solidFill>
                <a:latin typeface="Tahoma"/>
                <a:ea typeface="Tahoma"/>
                <a:cs typeface="Tahoma"/>
              </a:defRPr>
            </a:pPr>
            <a:r>
              <a:rPr sz="2100">
                <a:solidFill>
                  <a:srgbClr val="364453"/>
                </a:solidFill>
                <a:latin typeface="Tahoma"/>
                <a:ea typeface="Tahoma"/>
                <a:cs typeface="Tahoma"/>
              </a:rPr>
              <a:t>More Arial text and a different Tahoma label.</a:t>
            </a:r>
          </a:p>
        </p:txBody>
      </p:sp>
    </p:spTree>
    <p:extLst>
      <p:ext uri="{BB962C8B-B14F-4D97-AF65-F5344CB8AC3E}">
        <p14:creationId xmlns:p14="http://schemas.microsoft.com/office/powerpoint/2010/main" val="15603951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2026-09-25T10:27:03.6810000Z</dcterms:created>
  <dcterms:modified xsi:type="dcterms:W3CDTF">2026-09-25T10:27:03.6810000Z</dcterms:modified>
</coreProperties>
</file>